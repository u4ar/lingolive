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U4AR/LingoLive" TargetMode="External"/><Relationship Id="rId6" Type="http://schemas.openxmlformats.org/officeDocument/2006/relationships/hyperlink" Target="https://storage.googleapis.com/lingolive-demo-358650584819/ai-builder-cup-2026/submission-2026-10-18/LingoLive-Demo.mp4" TargetMode="External"/><Relationship Id="rId7" Type="http://schemas.openxmlformats.org/officeDocument/2006/relationships/hyperlink" Target="https://lingolive-358650584819.us-central1.run.app" TargetMode="External"/><Relationship Id="rId8" Type="http://schemas.openxmlformats.org/officeDocument/2006/relationships/hyperlink" Target="https://storage.googleapis.com/lingolive-demo-358650584819/ai-builder-cup-2026/submission-2026-10-18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spcAft>
                <a:spcPts val="500"/>
              </a:spcAft>
              <a:defRPr sz="1800" b="1">
                <a:latin typeface="Arial"/>
              </a:defRPr>
            </a:pPr>
            <a:r>
              <a:t>Team Details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Project: LingoLive — Understand. Reply. Keep going.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Team name: CreativeEngine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Team leader: Ashish T. Vasant | Member: Janhvi Singh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Problem: Help migrants participate in everyday conversations in an unfamiliar language.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Theme: Sustainability &amp; Social Impact | Category: Accessibility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Brief about the idea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1353312"/>
            <a:ext cx="8138160" cy="59436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500" b="1">
                <a:solidFill>
                  <a:srgbClr val="202124"/>
                </a:solidFill>
                <a:latin typeface="Arial"/>
              </a:defRPr>
            </a:pPr>
            <a:r>
              <a:t>A conversation assistant for life in a new place.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2011680"/>
            <a:ext cx="8138160" cy="9601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02124"/>
                </a:solidFill>
                <a:latin typeface="Arial"/>
              </a:defRPr>
            </a:pPr>
            <a:r>
              <a:t>LingoLive listens to another person, explains their words and offers three useful replies in the local language, with pronunciation. Plans, recent turns and location-linked memory make those replies personal.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3246120"/>
            <a:ext cx="2514600" cy="11887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79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Understand now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" y="3730752"/>
            <a:ext cx="2276856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Live speech → familiar-language meaning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37560" y="3246120"/>
            <a:ext cx="2514600" cy="11887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5643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Reply confidently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6432" y="3730752"/>
            <a:ext cx="2276856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Relevant options + pronunciation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72200" y="3246120"/>
            <a:ext cx="2514600" cy="11887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9107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1072" y="3730752"/>
            <a:ext cx="2276856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Saved exchanges → personal practice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1371600"/>
            <a:ext cx="8229600" cy="9601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76072" y="1463040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The problem: understanding is only half the conversation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" y="1856232"/>
            <a:ext cx="799185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A newcomer must also decide what to say, pronounce it and complete a task while the other person waits.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" y="2487168"/>
            <a:ext cx="8229600" cy="9601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6072" y="2578608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The solution: replies that fit the person and the moment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" y="2971800"/>
            <a:ext cx="799185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Combines the current turn, a pre-task plan, activities, preferences and nearby saved-place notes. Learner readbacks update context.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" y="3602736"/>
            <a:ext cx="8229600" cy="100584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6072" y="3694176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Users and customers across regions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6072" y="4087368"/>
            <a:ext cx="7991856" cy="48463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Newcomers in India, Germany, Japan and beyond. Customers: migrant groups, NGOs, universities, employers and relocation teams.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List of features offered by the solution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57200" y="137160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6072" y="139903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Hear and respond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6072" y="163677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Live multilingual speech; three contextual replies.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663440" y="137160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82312" y="139903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Say it your way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82312" y="163677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Express familiar-language intent in the local language.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7200" y="219456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76072" y="222199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Recognize learner readbacks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6072" y="245973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Forgiving repeat matching + session voice estimates.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63440" y="219456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782312" y="222199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Plan before leaving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82312" y="245973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Cab → optional tea → station; Done / Skip / Previous.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57200" y="301752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6072" y="304495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Location-linked memory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6072" y="328269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Opt-in place facts recalled on a fresh return nearby.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63440" y="301752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82312" y="304495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Personal memory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82312" y="328269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Editable activities and preferences; relevant retrieval.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7200" y="384048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6072" y="386791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410565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Saved exchanges; word bubbles and pronunciation.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384048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82312" y="386791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Simple, guarded access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82312" y="410565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One large microphone control; Google sign-in; quotas.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Process flow diagram or Use-case diagram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7200" y="1417320"/>
            <a:ext cx="2377440" cy="11887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607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1. Plan + listen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6072" y="1901952"/>
            <a:ext cx="2139696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Optional goal; one large microphone button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383280" y="1417320"/>
            <a:ext cx="2377440" cy="11887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50215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2. Understand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02152" y="1901952"/>
            <a:ext cx="2139696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Live Transcribe produces committed speech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9360" y="1417320"/>
            <a:ext cx="2377440" cy="11887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2823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3. Route the turn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28232" y="1901952"/>
            <a:ext cx="2139696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Readback matching + recent voice clues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80360" y="1719072"/>
            <a:ext cx="41148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A73E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06440" y="1719072"/>
            <a:ext cx="41148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A73E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57200" y="2926080"/>
            <a:ext cx="3977639" cy="13258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" y="301752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Learner repeats a suggested reply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2" y="3410712"/>
            <a:ext cx="3739896" cy="8046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Keep the actual spoken words in context and preserve the options. Continue listening for the other person.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09160" y="2926080"/>
            <a:ext cx="3977639" cy="13258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828032" y="301752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A new turn needs assistance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28032" y="3410712"/>
            <a:ext cx="3739896" cy="8046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Parallel Flash-Lite tasks → meaning + three replies → learner speaks → Saved review afterwards.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443984"/>
            <a:ext cx="8138160" cy="2743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The learner can correct who spoke. Goals, plan progress and relevant place memories follow the conversation.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Wireframes/Mock diagrams of the proposed solution (optional)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Architecture diagram of the proposed solution</a:t>
            </a: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8229600" cy="348615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Technologies to be used in the solution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57200" y="1417320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76072" y="1444752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Live speech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6072" y="1682496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Gemini 3.5 Transcribe Live streams multilingual audio while the person speaks.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7200" y="2203704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76072" y="2231136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Fast, economical replies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76072" y="2468880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Two concurrent Gemini 3.1 Flash-Lite tasks: source understanding and reply generation; compact JSON.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57200" y="2990088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6072" y="3017520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Google Cloud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6072" y="3255264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Cloud Run + Vertex AI; Firebase Google sign-in; private Cloud Storage quotas; Secret Manager.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7200" y="3776472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76072" y="3803904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Local personalization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6072" y="4041648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IndexedDB lessons; editable learner profiles, task plans and guarded location-linked memory.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Estimated implementation cost (optional)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57200" y="1371600"/>
            <a:ext cx="3977639" cy="105156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6072" y="146304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Starter · US$5 / month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76072" y="1856232"/>
            <a:ext cx="3739896" cy="53035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120 listening minutes + 240 new reply turns; occasional everyday help.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709160" y="1371600"/>
            <a:ext cx="3977639" cy="105156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828032" y="146304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Plus · US$20 / month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828032" y="1856232"/>
            <a:ext cx="3739896" cy="53035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600 listening minutes + 1,200 new turns; frequent work and daily use.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2920" y="2606040"/>
            <a:ext cx="8138160" cy="521207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Proposed subscriptions share the same core features. Estimated full-use operating expense: Starter US$2.91; Plus US$13.48 per member/month, including contingency.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2920" y="3291840"/>
            <a:ext cx="8138160" cy="6675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202124"/>
                </a:solidFill>
                <a:latin typeface="Arial"/>
              </a:defRPr>
            </a:pPr>
            <a:r>
              <a:t>Both include contextual replies, pronunciation, plans, location-linked memory and saved learning. Plus offers five times the usage. Organizations can sponsor members or arrange group packages.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2920" y="4087368"/>
            <a:ext cx="8138160" cy="60350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Expense assumptions: 8,000 input / 1,600 output tokens across both calls per turn; shared hosting across 100 members; 20% contingency. Live speech $0.008925/min; Flash-Lite $0.25/M input and $1.50/M output. Detailed rates and assumptions: technical PDF.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Snapshots of the prototype</a:t>
            </a:r>
          </a:p>
        </p:txBody>
      </p:sp>
      <p:pic>
        <p:nvPicPr>
          <p:cNvPr id="136" name="Picture 135" descr="web-plans-cloud.png.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1417320"/>
            <a:ext cx="1454618" cy="283464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45720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Plan before leaving</a:t>
            </a:r>
          </a:p>
        </p:txBody>
      </p:sp>
      <p:pic>
        <p:nvPicPr>
          <p:cNvPr id="138" name="Picture 137" descr="web-express-cloud.png.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1417320"/>
            <a:ext cx="1454618" cy="283464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333756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Find a useful reply</a:t>
            </a:r>
          </a:p>
        </p:txBody>
      </p:sp>
      <p:pic>
        <p:nvPicPr>
          <p:cNvPr id="140" name="Picture 139" descr="web-replies-review.png.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79" y="1417320"/>
            <a:ext cx="1454618" cy="283464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621792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02920" y="4617720"/>
            <a:ext cx="8138160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F6368"/>
                </a:solidFill>
                <a:latin typeface="Arial"/>
              </a:defRPr>
            </a:pPr>
            <a:r>
              <a:t>Recorded prototype UI; Saved view uses sample lesson data. The demonstration includes real Google AI responses.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Prototype Performance report/Benchmarking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2920" y="1371600"/>
            <a:ext cx="8046720" cy="475488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02124"/>
                </a:solidFill>
                <a:latin typeface="Arial"/>
              </a:defRPr>
            </a:pPr>
            <a:r>
              <a:t>Designed for an approximately two-second warm lesson.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2920" y="2011680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1.79 s mean · 10 lessons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10128" y="2011680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Recorded v1.5 warm hosted run; all complete responses succeeded.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" y="2478024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2.065 s mean · 4 cases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0128" y="2478024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Later v1.9 Kannada task flows: cab, tea, café and station.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2920" y="2944368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Parallel critical path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10128" y="2944368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Source understanding and replies run together; compact output and warm HTTP.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" y="3410712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Local reuse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10128" y="3410712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Readbacks preserve replies; word taps and saved review reuse lesson data.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2920" y="3877056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Memory and access checks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310128" y="3877056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134 backend tests; 16 place-core checks and 8 place browser flows.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Timings measure warm lesson requests; speech also includes transcription finalization and device/network time.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Additional Details/Future Development (if any)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7200" y="1417320"/>
            <a:ext cx="3977639" cy="26974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76072" y="150876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Proposed plans and growth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76072" y="1901952"/>
            <a:ext cx="3739896" cy="21762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Starter US$5; Plus US$20 per month.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Community and employer-sponsored packages.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20 partners × 100 learners = 2,000 learners.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Illustrative 80% Starter / 20% Plus mix: US$16,000 monthly revenue.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1417320"/>
            <a:ext cx="3977639" cy="26974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828032" y="150876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International rollout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28032" y="1901952"/>
            <a:ext cx="3739896" cy="21762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Germany: German for transport, shopping, rental conversations and work.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Japan: Japanese replies and Latin-script pronunciation for daily encounters.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Language-pair review, local examples and migrant-community partnerships.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02920" y="4407408"/>
            <a:ext cx="8138160" cy="384048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Prices and expansion are commercial proposals; revenue and expenses are scenario estimates. German and Japanese are already selectable.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Provide links to your: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2920" y="14630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5"/>
              </a:rPr>
              <a:t>GitHub source — github.com/U4AR/LingoLive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02920" y="21488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6"/>
              </a:rPr>
              <a:t>Demo video — 3:17 working demonstration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2920" y="28346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7"/>
              </a:rPr>
              <a:t>Final product — live Google Cloud Run prototype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02920" y="35204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8"/>
              </a:rPr>
              <a:t>Submission materials — pitch, technical PDF and entry text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4206240"/>
            <a:ext cx="8138160" cy="5486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Sign in with any verified Google account. A personal Google model key is optional.</a:t>
            </a:r>
          </a:p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Shared daily demo allowance: 20 listening minutes and 100 two-branch lessons; midnight IST reset.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